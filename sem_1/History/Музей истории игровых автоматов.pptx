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1" r:id="rId11"/>
    <p:sldId id="263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3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02E2F-C6BC-40EB-913E-0DDA9069B55A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0257D-ED55-4AB2-91AA-25950947E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86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0257D-ED55-4AB2-91AA-25950947E4C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352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0257D-ED55-4AB2-91AA-25950947E4C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688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7580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32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28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09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3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7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1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96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2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6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2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0821D8-6E39-6FA4-42F5-F48DECC8A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62" t="-606" r="2203" b="606"/>
          <a:stretch>
            <a:fillRect/>
          </a:stretch>
        </p:blipFill>
        <p:spPr>
          <a:xfrm rot="5400000">
            <a:off x="4616121" y="-905256"/>
            <a:ext cx="6858000" cy="86685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B91E1F-9351-D0F5-B0D3-0D12FCB1C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ru-RU" sz="4800" dirty="0">
                <a:solidFill>
                  <a:schemeClr val="bg1"/>
                </a:solidFill>
              </a:rPr>
              <a:t>Музей истории игровых автоматов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39DBC7-B3BC-5C4E-6AF2-D52A04334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976670" cy="1208141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Работу выполнил: Веселов Фёдор 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Группа: Р3132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Факультет: </a:t>
            </a:r>
            <a:r>
              <a:rPr lang="ru-RU" sz="2000" dirty="0" err="1">
                <a:solidFill>
                  <a:schemeClr val="bg1"/>
                </a:solidFill>
              </a:rPr>
              <a:t>ПИиКТ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859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ADC4BB9-2567-8C98-2B34-B1AA4AE28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" r="4646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768E7-7470-F762-0AFE-82AE782F7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ru-RU" sz="2800">
                <a:solidFill>
                  <a:schemeClr val="bg1"/>
                </a:solidFill>
              </a:rPr>
              <a:t>Атмосфера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4B76B95-C29F-BD03-6B23-5F1EA3323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 fontScale="92500"/>
          </a:bodyPr>
          <a:lstStyle/>
          <a:p>
            <a:r>
              <a:rPr lang="ru-RU" sz="1700" dirty="0">
                <a:solidFill>
                  <a:schemeClr val="bg1"/>
                </a:solidFill>
              </a:rPr>
              <a:t>Кирпичные стены конюшенного ведомства отлично контрастируют с яркими корпусами автоматов</a:t>
            </a:r>
          </a:p>
          <a:p>
            <a:r>
              <a:rPr lang="ru-RU" sz="1700" dirty="0">
                <a:solidFill>
                  <a:schemeClr val="bg1"/>
                </a:solidFill>
              </a:rPr>
              <a:t>Понравилась стилистика текстов, дизайн самих автоматов и брошюр к ним</a:t>
            </a:r>
          </a:p>
          <a:p>
            <a:r>
              <a:rPr lang="ru-RU" sz="1700" dirty="0">
                <a:solidFill>
                  <a:schemeClr val="bg1"/>
                </a:solidFill>
              </a:rPr>
              <a:t>В отдельных местах были выставлены витрины-сборники предметов того времени, которые были интересно рассматривать</a:t>
            </a:r>
          </a:p>
        </p:txBody>
      </p:sp>
    </p:spTree>
    <p:extLst>
      <p:ext uri="{BB962C8B-B14F-4D97-AF65-F5344CB8AC3E}">
        <p14:creationId xmlns:p14="http://schemas.microsoft.com/office/powerpoint/2010/main" val="3030038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0A74E56-EC69-542E-BDDC-574CB61D4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7" r="8748"/>
          <a:stretch>
            <a:fillRect/>
          </a:stretch>
        </p:blipFill>
        <p:spPr>
          <a:xfrm rot="5400000">
            <a:off x="911353" y="-905256"/>
            <a:ext cx="6858000" cy="866851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D048F-81B7-77E2-2129-D8A28E5F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630" y="271947"/>
            <a:ext cx="4023360" cy="230864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>
                <a:solidFill>
                  <a:schemeClr val="bg1"/>
                </a:solidFill>
              </a:rPr>
              <a:t>Спортивные</a:t>
            </a:r>
            <a:r>
              <a:rPr lang="en-US" sz="4800" dirty="0">
                <a:solidFill>
                  <a:schemeClr val="bg1"/>
                </a:solidFill>
              </a:rPr>
              <a:t> </a:t>
            </a:r>
            <a:r>
              <a:rPr lang="en-US" sz="4800" dirty="0" err="1">
                <a:solidFill>
                  <a:schemeClr val="bg1"/>
                </a:solidFill>
              </a:rPr>
              <a:t>симуляторы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86A0F7D-552B-7D1D-294A-386F7341E83B}"/>
              </a:ext>
            </a:extLst>
          </p:cNvPr>
          <p:cNvSpPr/>
          <p:nvPr/>
        </p:nvSpPr>
        <p:spPr>
          <a:xfrm>
            <a:off x="7848600" y="4546920"/>
            <a:ext cx="4075421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23B5D6-2A2F-E037-A392-F6E2F84E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5656" y="2580596"/>
            <a:ext cx="4023360" cy="4041256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0" indent="0">
              <a:buNone/>
            </a:pPr>
            <a:r>
              <a:rPr lang="ru-RU" sz="6400" dirty="0">
                <a:solidFill>
                  <a:schemeClr val="bg2"/>
                </a:solidFill>
              </a:rPr>
              <a:t>Эти автоматы показались мне самыми азартными. Понравилось, что механика максимально проста, но требует реальной ловкости рук.</a:t>
            </a:r>
          </a:p>
          <a:p>
            <a:pPr marL="0" indent="0">
              <a:buNone/>
            </a:pPr>
            <a:r>
              <a:rPr lang="ru-RU" sz="6400" dirty="0">
                <a:solidFill>
                  <a:schemeClr val="bg2"/>
                </a:solidFill>
              </a:rPr>
              <a:t>Однако иногда раздражало заедание рычагов, так как игры все-таки механические</a:t>
            </a:r>
          </a:p>
          <a:p>
            <a:pPr marL="0" indent="0">
              <a:buNone/>
            </a:pPr>
            <a:r>
              <a:rPr lang="ru-RU" sz="6400" dirty="0">
                <a:solidFill>
                  <a:schemeClr val="bg2"/>
                </a:solidFill>
              </a:rPr>
              <a:t>Из интересных автоматов </a:t>
            </a:r>
            <a:r>
              <a:rPr lang="ru-RU" sz="6400" dirty="0" err="1">
                <a:solidFill>
                  <a:schemeClr val="bg2"/>
                </a:solidFill>
              </a:rPr>
              <a:t>автоматов</a:t>
            </a:r>
            <a:r>
              <a:rPr lang="ru-RU" sz="6400" dirty="0">
                <a:solidFill>
                  <a:schemeClr val="bg2"/>
                </a:solidFill>
              </a:rPr>
              <a:t> данного типа были хорошими хоккей и баскетбол, отдельно хочется сказать про футбол – это почти как современный кикер, но в советском стиле, есть занятные особенности. Во-первых есть 2 различные версии: крытый и открытый версии, в открытой версии ворота в 2 раза выше обычных, что делает игру более интересной</a:t>
            </a:r>
          </a:p>
          <a:p>
            <a:pPr marL="0" indent="0">
              <a:buNone/>
            </a:pPr>
            <a:endParaRPr lang="ru-RU" sz="20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9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BCB8BD-47A5-940C-1411-227573DB8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15" t="563" r="27161" b="-563"/>
          <a:stretch>
            <a:fillRect/>
          </a:stretch>
        </p:blipFill>
        <p:spPr>
          <a:xfrm rot="5400000">
            <a:off x="4785221" y="-572484"/>
            <a:ext cx="6954213" cy="785933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7AE19-1622-ADD2-CA49-B9881CC5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2" y="238457"/>
            <a:ext cx="4734533" cy="15287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>
                <a:solidFill>
                  <a:schemeClr val="bg1"/>
                </a:solidFill>
              </a:rPr>
              <a:t>Воздушный</a:t>
            </a:r>
            <a:r>
              <a:rPr lang="en-US" sz="4800" dirty="0">
                <a:solidFill>
                  <a:schemeClr val="bg1"/>
                </a:solidFill>
              </a:rPr>
              <a:t> </a:t>
            </a:r>
            <a:r>
              <a:rPr lang="en-US" sz="4800" dirty="0" err="1">
                <a:solidFill>
                  <a:schemeClr val="bg1"/>
                </a:solidFill>
              </a:rPr>
              <a:t>бой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A47D1D7-C152-44CC-CD5B-54A4B5FD9AC5}"/>
              </a:ext>
            </a:extLst>
          </p:cNvPr>
          <p:cNvSpPr/>
          <p:nvPr/>
        </p:nvSpPr>
        <p:spPr>
          <a:xfrm>
            <a:off x="458169" y="4546920"/>
            <a:ext cx="402336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782879-B7D9-27CB-E661-E73D7CA1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846" y="2272057"/>
            <a:ext cx="4023359" cy="4047739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bg1"/>
                </a:solidFill>
              </a:rPr>
              <a:t>Интересная реализация одной из игр с военной тематикой. Механика автомата заключалась в том, что имитировался воздушной бой, в котором нужно было выцеливать противников. Насколько я понял, автомат имеет нелинейную зависимость движения барабана за экраном, имитирующего движение самолетов противника, от движения пульта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61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5B933F-0B95-B846-BB81-C09492843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10" b="-2"/>
          <a:stretch>
            <a:fillRect/>
          </a:stretch>
        </p:blipFill>
        <p:spPr>
          <a:xfrm rot="5400000">
            <a:off x="4817576" y="-521738"/>
            <a:ext cx="6852685" cy="7896161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02642-B36B-8563-E1AF-6C49A28AD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1161288"/>
            <a:ext cx="4058499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Компьютерные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игры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5E2CE1-28E3-A268-36BC-0B12F647E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bg2"/>
                </a:solidFill>
              </a:rPr>
              <a:t>«Питон» — это советская интерпретация классической «Змейки». В музее этот автомат выделяется тем, что он не механический, а графический: изображение выводится на экран, как в первых компьютерных приставках.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bg2"/>
                </a:solidFill>
              </a:rPr>
              <a:t>Мне понравилось, что управление реализовано через массивные кнопки или джойстик, которые ощущаются гораздо монументальнее, чем современные геймпады</a:t>
            </a:r>
            <a:endParaRPr lang="en-US" sz="1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19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Музей советских игровых автоматов в Санкт-Петербурге">
            <a:extLst>
              <a:ext uri="{FF2B5EF4-FFF2-40B4-BE49-F238E27FC236}">
                <a16:creationId xmlns:a16="http://schemas.microsoft.com/office/drawing/2014/main" id="{29E09C70-89CC-6069-E638-654A7F683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9" r="20939"/>
          <a:stretch>
            <a:fillRect/>
          </a:stretch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2AA3ED-6DA7-9329-7707-E1992604E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843534"/>
            <a:ext cx="3511358" cy="1537788"/>
          </a:xfrm>
        </p:spPr>
        <p:txBody>
          <a:bodyPr anchor="b"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Автоматы с напитками и запахами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ABCEB6-AC7C-2B6D-8063-6C34F0E12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673132" cy="3737978"/>
          </a:xfrm>
        </p:spPr>
        <p:txBody>
          <a:bodyPr anchor="t">
            <a:normAutofit lnSpcReduction="10000"/>
          </a:bodyPr>
          <a:lstStyle/>
          <a:p>
            <a:r>
              <a:rPr lang="ru-RU" sz="2400" dirty="0">
                <a:solidFill>
                  <a:schemeClr val="bg2"/>
                </a:solidFill>
              </a:rPr>
              <a:t>Порадовал работающий автомат с газировкой. Тот самый вкус «сиропа с пузырьками» за 3 копейки. </a:t>
            </a:r>
          </a:p>
          <a:p>
            <a:r>
              <a:rPr lang="ru-RU" sz="2400" dirty="0">
                <a:solidFill>
                  <a:schemeClr val="bg2"/>
                </a:solidFill>
              </a:rPr>
              <a:t>Данный экспонат позволяет попробовать что-то из напитков того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301989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8" name="Rectangle 5137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Музей советских игровых автоматов в Санкт-Петербурге | Идём в музей ...">
            <a:extLst>
              <a:ext uri="{FF2B5EF4-FFF2-40B4-BE49-F238E27FC236}">
                <a16:creationId xmlns:a16="http://schemas.microsoft.com/office/drawing/2014/main" id="{D74D145E-4BDA-F470-8330-BAD2DEDFA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944"/>
          <a:stretch>
            <a:fillRect/>
          </a:stretch>
        </p:blipFill>
        <p:spPr bwMode="auto">
          <a:xfrm>
            <a:off x="20" y="10"/>
            <a:ext cx="86684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40" name="Rectangle 5139">
            <a:extLst>
              <a:ext uri="{FF2B5EF4-FFF2-40B4-BE49-F238E27FC236}">
                <a16:creationId xmlns:a16="http://schemas.microsoft.com/office/drawing/2014/main" id="{EFAEC92A-2230-45B0-A12F-07F9F9EA4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8D713-0106-F25C-2577-45631C6C2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868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ru-RU" sz="2600">
                <a:solidFill>
                  <a:schemeClr val="bg1"/>
                </a:solidFill>
              </a:rPr>
              <a:t>Автоматы с напитками и запахами</a:t>
            </a:r>
          </a:p>
        </p:txBody>
      </p:sp>
      <p:sp>
        <p:nvSpPr>
          <p:cNvPr id="5142" name="Rectangle 514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44" name="Rectangle 514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863E4A-1B38-E38E-1DE8-611A3879D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68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ru-RU" sz="1700">
                <a:solidFill>
                  <a:schemeClr val="bg1"/>
                </a:solidFill>
              </a:rPr>
              <a:t>Также рядом были размещены коробки с экспонатами, при помощи которых можно попробовать запахи того времени</a:t>
            </a:r>
          </a:p>
          <a:p>
            <a:endParaRPr lang="ru-RU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161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155" name="Rectangle 6154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4547B2B-DCF1-7DD3-4E27-0520BFA69C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5" r="-1" b="-1"/>
          <a:stretch>
            <a:fillRect/>
          </a:stretch>
        </p:blipFill>
        <p:spPr bwMode="auto">
          <a:xfrm>
            <a:off x="-2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7" name="Rectangle 6156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B1AC0F-F74B-DDFB-FE61-6FAD2139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66014"/>
            <a:ext cx="4023360" cy="6750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Что не понравилось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159" name="Rectangle 61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61" name="Rectangle 61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D95C868-8AEC-D6A6-477C-CF721E39741D}"/>
              </a:ext>
            </a:extLst>
          </p:cNvPr>
          <p:cNvSpPr/>
          <p:nvPr/>
        </p:nvSpPr>
        <p:spPr>
          <a:xfrm>
            <a:off x="7848600" y="4519489"/>
            <a:ext cx="4069285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183BC5A-78A0-ECDD-159E-50D883020BD3}"/>
              </a:ext>
            </a:extLst>
          </p:cNvPr>
          <p:cNvSpPr txBox="1">
            <a:spLocks/>
          </p:cNvSpPr>
          <p:nvPr/>
        </p:nvSpPr>
        <p:spPr>
          <a:xfrm>
            <a:off x="8000693" y="4104211"/>
            <a:ext cx="4023360" cy="23385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chemeClr val="bg1"/>
                </a:solidFill>
              </a:rPr>
              <a:t>1.К сожалению, не все автоматы были доступны. Я был уже как-то раз на выставке в данном музее во время какого-то мероприятия, по сравнению с тем разом в этот удалось осмотреть и попробовать гораздо меньшее количество автоматов.</a:t>
            </a:r>
            <a:br>
              <a:rPr lang="ru-RU" sz="1800" dirty="0">
                <a:solidFill>
                  <a:schemeClr val="bg1"/>
                </a:solidFill>
              </a:rPr>
            </a:br>
            <a:r>
              <a:rPr lang="ru-RU" sz="1800" dirty="0">
                <a:solidFill>
                  <a:schemeClr val="bg1"/>
                </a:solidFill>
              </a:rPr>
              <a:t>Надеюсь в следующий раз удастся попробовать автоматы, которые сейчас были на реставрации</a:t>
            </a:r>
          </a:p>
          <a:p>
            <a:endParaRPr lang="ru-RU" sz="1800" dirty="0">
              <a:solidFill>
                <a:schemeClr val="bg1"/>
              </a:solidFill>
            </a:endParaRPr>
          </a:p>
          <a:p>
            <a:r>
              <a:rPr lang="ru-RU" sz="1800" dirty="0">
                <a:solidFill>
                  <a:schemeClr val="bg1"/>
                </a:solidFill>
              </a:rPr>
              <a:t>2.Для цены билета на мой взгляд дают слишком мало копеек(монет для использования автоматов), мне кажется можно было бы увеличить в 1,5-2 раза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5A95539-3D48-DDB6-3136-AB3B360E44F4}"/>
              </a:ext>
            </a:extLst>
          </p:cNvPr>
          <p:cNvSpPr/>
          <p:nvPr/>
        </p:nvSpPr>
        <p:spPr>
          <a:xfrm>
            <a:off x="8106862" y="1945401"/>
            <a:ext cx="3811023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385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Музей Советских игровых автоматов. Санкт-Петербург, июнь 2022г. - YouTube">
            <a:extLst>
              <a:ext uri="{FF2B5EF4-FFF2-40B4-BE49-F238E27FC236}">
                <a16:creationId xmlns:a16="http://schemas.microsoft.com/office/drawing/2014/main" id="{8393A076-8C39-36AE-ED01-FF89243E1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6" r="17354"/>
          <a:stretch>
            <a:fillRect/>
          </a:stretch>
        </p:blipFill>
        <p:spPr bwMode="auto">
          <a:xfrm>
            <a:off x="20" y="10"/>
            <a:ext cx="86684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FAEC92A-2230-45B0-A12F-07F9F9EA4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36D4A-DA1D-631D-225E-81A387749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868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ru-RU" sz="2800">
                <a:solidFill>
                  <a:schemeClr val="bg1"/>
                </a:solidFill>
              </a:rPr>
              <a:t>Образовательный аспект</a:t>
            </a: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5EE1A4-4113-A086-6D5B-713B02C33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68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1700">
                <a:solidFill>
                  <a:schemeClr val="bg1"/>
                </a:solidFill>
              </a:rPr>
              <a:t>Музей отлично справляется с задачей показать ХХ век не через политику, а через бытовую инженерию. Становится понятно, что советский человек ценил надежность и массивность. Экспонаты весят центнеры и сделаны «на века».</a:t>
            </a:r>
          </a:p>
        </p:txBody>
      </p:sp>
    </p:spTree>
    <p:extLst>
      <p:ext uri="{BB962C8B-B14F-4D97-AF65-F5344CB8AC3E}">
        <p14:creationId xmlns:p14="http://schemas.microsoft.com/office/powerpoint/2010/main" val="4270228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Музей советских игровых автоматов. Описание, фото и видео, оценки и ...">
            <a:extLst>
              <a:ext uri="{FF2B5EF4-FFF2-40B4-BE49-F238E27FC236}">
                <a16:creationId xmlns:a16="http://schemas.microsoft.com/office/drawing/2014/main" id="{513D26A3-B382-69C1-D43F-0455ACFBD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1" r="10825" b="-1"/>
          <a:stretch>
            <a:fillRect/>
          </a:stretch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5B54C-3D35-23C4-6A38-10FF7988F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Что было непонятно?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8D62FB-7256-33AF-4387-7570ECB85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bg1"/>
                </a:solidFill>
              </a:rPr>
              <a:t>Не все автоматы интуитивно ясны. Например, некоторые викторины или логические игры требовали прочтения длинной инструкции. Без помощи смотрителей было бы сложно разобраться в логике начисления очков в старых электромеханических схемах.</a:t>
            </a:r>
          </a:p>
        </p:txBody>
      </p:sp>
    </p:spTree>
    <p:extLst>
      <p:ext uri="{BB962C8B-B14F-4D97-AF65-F5344CB8AC3E}">
        <p14:creationId xmlns:p14="http://schemas.microsoft.com/office/powerpoint/2010/main" val="3284316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Музей советских игровых автоматов в Петербурге: адрес, билеты и цены ...">
            <a:extLst>
              <a:ext uri="{FF2B5EF4-FFF2-40B4-BE49-F238E27FC236}">
                <a16:creationId xmlns:a16="http://schemas.microsoft.com/office/drawing/2014/main" id="{4E787F98-3AC1-135B-A362-71F4CBD95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3" r="10814" b="-1"/>
          <a:stretch>
            <a:fillRect/>
          </a:stretch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Rectangle 3080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E1F63-4313-06DB-E3D0-7EFFAABA3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ru-RU" sz="2800">
                <a:solidFill>
                  <a:schemeClr val="bg1"/>
                </a:solidFill>
              </a:rPr>
              <a:t>Смысл и идея экспозиции</a:t>
            </a:r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FDFD56-F56D-9233-FBCA-8E12A64BD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700">
                <a:solidFill>
                  <a:schemeClr val="bg1"/>
                </a:solidFill>
              </a:rPr>
              <a:t>Смысл музея — в сохранении культурного кода. Для старшего поколения это ностальгия, для моего — открытие того, что «гейминг» существовал задолго до смартфонов, а также возможно понюкать и попробовать вкусы того времени. Это памятник инженерной мысли, которая работала на радость людям.</a:t>
            </a:r>
          </a:p>
        </p:txBody>
      </p:sp>
    </p:spTree>
    <p:extLst>
      <p:ext uri="{BB962C8B-B14F-4D97-AF65-F5344CB8AC3E}">
        <p14:creationId xmlns:p14="http://schemas.microsoft.com/office/powerpoint/2010/main" val="4272013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0" name="Rectangle 718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92" name="Rectangle 719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194" name="Rectangle 7193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2" name="Picture 4" descr="Музей советских игровых автоматов в Петербурге: адрес, билеты и цены ...">
            <a:extLst>
              <a:ext uri="{FF2B5EF4-FFF2-40B4-BE49-F238E27FC236}">
                <a16:creationId xmlns:a16="http://schemas.microsoft.com/office/drawing/2014/main" id="{7A5864A6-BE6C-7176-E98C-BC129BF8B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8" r="-1" b="-1"/>
          <a:stretch>
            <a:fillRect/>
          </a:stretch>
        </p:blipFill>
        <p:spPr bwMode="auto">
          <a:xfrm>
            <a:off x="-2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96" name="Rectangle 7195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AA795-3D19-89B4-37C5-89E9F73E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Спасибо за внимание!</a:t>
            </a:r>
          </a:p>
        </p:txBody>
      </p:sp>
      <p:sp>
        <p:nvSpPr>
          <p:cNvPr id="7198" name="Rectangle 719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00" name="Rectangle 719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63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530</Words>
  <Application>Microsoft Office PowerPoint</Application>
  <PresentationFormat>Широкоэкранный</PresentationFormat>
  <Paragraphs>33</Paragraphs>
  <Slides>12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Arial</vt:lpstr>
      <vt:lpstr>Avenir Next LT Pro</vt:lpstr>
      <vt:lpstr>Calibri</vt:lpstr>
      <vt:lpstr>AccentBoxVTI</vt:lpstr>
      <vt:lpstr>Музей истории игровых автоматов</vt:lpstr>
      <vt:lpstr>Атмосфера</vt:lpstr>
      <vt:lpstr>Спортивные симуляторы</vt:lpstr>
      <vt:lpstr>Воздушный бой</vt:lpstr>
      <vt:lpstr>Компьютерные игры</vt:lpstr>
      <vt:lpstr>Автоматы с напитками и запахами</vt:lpstr>
      <vt:lpstr>Автоматы с напитками и запахами</vt:lpstr>
      <vt:lpstr>Что не понравилось</vt:lpstr>
      <vt:lpstr>Образовательный аспект</vt:lpstr>
      <vt:lpstr>Что было непонятно?</vt:lpstr>
      <vt:lpstr>Смысл и идея экспозиции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Фёдор Веселов</dc:creator>
  <cp:lastModifiedBy>Фёдор Веселов</cp:lastModifiedBy>
  <cp:revision>1</cp:revision>
  <dcterms:created xsi:type="dcterms:W3CDTF">2026-04-05T18:50:27Z</dcterms:created>
  <dcterms:modified xsi:type="dcterms:W3CDTF">2026-04-05T20:38:38Z</dcterms:modified>
</cp:coreProperties>
</file>